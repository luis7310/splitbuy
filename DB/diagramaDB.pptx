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83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855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629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17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930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50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756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398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193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961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768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F6683-FA78-4881-A15D-84C694E6BD41}" type="datetimeFigureOut">
              <a:rPr lang="es-MX" smtClean="0"/>
              <a:t>27/05/2025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7DE47-A5FA-47C5-B4B3-8E3C27AAFC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355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1A780FF-F679-FF47-6684-01A2857CC5D9}"/>
              </a:ext>
            </a:extLst>
          </p:cNvPr>
          <p:cNvSpPr/>
          <p:nvPr/>
        </p:nvSpPr>
        <p:spPr>
          <a:xfrm>
            <a:off x="723014" y="170120"/>
            <a:ext cx="1467293" cy="174373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46D7443-A7BE-FD4D-A559-A1E8AEF057A3}"/>
              </a:ext>
            </a:extLst>
          </p:cNvPr>
          <p:cNvCxnSpPr/>
          <p:nvPr/>
        </p:nvCxnSpPr>
        <p:spPr>
          <a:xfrm>
            <a:off x="723014" y="375684"/>
            <a:ext cx="1467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3879810-555E-95B8-52F5-5F745901BA31}"/>
              </a:ext>
            </a:extLst>
          </p:cNvPr>
          <p:cNvSpPr txBox="1"/>
          <p:nvPr/>
        </p:nvSpPr>
        <p:spPr>
          <a:xfrm>
            <a:off x="723014" y="114074"/>
            <a:ext cx="1206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Usuarios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E4570D-8C01-2938-F195-7F4850472A7D}"/>
              </a:ext>
            </a:extLst>
          </p:cNvPr>
          <p:cNvSpPr txBox="1"/>
          <p:nvPr/>
        </p:nvSpPr>
        <p:spPr>
          <a:xfrm>
            <a:off x="723014" y="375684"/>
            <a:ext cx="14672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-Id_usuario</a:t>
            </a:r>
          </a:p>
          <a:p>
            <a:r>
              <a:rPr lang="es-MX" sz="1100" dirty="0"/>
              <a:t>-Nombre_usuario</a:t>
            </a:r>
          </a:p>
          <a:p>
            <a:r>
              <a:rPr lang="es-MX" sz="1100" dirty="0"/>
              <a:t>-correo_usuario</a:t>
            </a:r>
          </a:p>
          <a:p>
            <a:r>
              <a:rPr lang="es-MX" sz="1100" dirty="0"/>
              <a:t>-contraseña_usuario</a:t>
            </a:r>
          </a:p>
          <a:p>
            <a:r>
              <a:rPr lang="es-MX" sz="1100" dirty="0"/>
              <a:t>-relefono_usuario</a:t>
            </a:r>
          </a:p>
          <a:p>
            <a:endParaRPr lang="es-MX" sz="11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0B785B-9688-A072-7F6D-1B2E0CC04BC5}"/>
              </a:ext>
            </a:extLst>
          </p:cNvPr>
          <p:cNvSpPr/>
          <p:nvPr/>
        </p:nvSpPr>
        <p:spPr>
          <a:xfrm>
            <a:off x="4726054" y="170120"/>
            <a:ext cx="1467293" cy="174373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BC576F1-8DD8-156B-66DC-0ECCA9842443}"/>
              </a:ext>
            </a:extLst>
          </p:cNvPr>
          <p:cNvCxnSpPr>
            <a:cxnSpLocks/>
          </p:cNvCxnSpPr>
          <p:nvPr/>
        </p:nvCxnSpPr>
        <p:spPr>
          <a:xfrm>
            <a:off x="4726054" y="375684"/>
            <a:ext cx="14672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89E7D04-3FBC-8BEA-DE20-3B28C9915757}"/>
              </a:ext>
            </a:extLst>
          </p:cNvPr>
          <p:cNvSpPr txBox="1"/>
          <p:nvPr/>
        </p:nvSpPr>
        <p:spPr>
          <a:xfrm>
            <a:off x="4726054" y="140679"/>
            <a:ext cx="10346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Grupos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8099F62-9335-562C-F4EA-D3B34DE8AD28}"/>
              </a:ext>
            </a:extLst>
          </p:cNvPr>
          <p:cNvSpPr txBox="1"/>
          <p:nvPr/>
        </p:nvSpPr>
        <p:spPr>
          <a:xfrm>
            <a:off x="4726054" y="402289"/>
            <a:ext cx="146729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-id_grupo</a:t>
            </a:r>
          </a:p>
          <a:p>
            <a:r>
              <a:rPr lang="es-MX" sz="1100" dirty="0"/>
              <a:t>-nombre_grupo</a:t>
            </a:r>
          </a:p>
          <a:p>
            <a:r>
              <a:rPr lang="es-MX" sz="1100" dirty="0"/>
              <a:t>-descripción_grupo</a:t>
            </a:r>
          </a:p>
          <a:p>
            <a:r>
              <a:rPr lang="es-MX" sz="1100" dirty="0"/>
              <a:t>-</a:t>
            </a:r>
            <a:r>
              <a:rPr lang="es-MX" sz="1000" dirty="0"/>
              <a:t>fecha_creación_grupo</a:t>
            </a:r>
          </a:p>
          <a:p>
            <a:r>
              <a:rPr lang="es-MX" sz="1000" dirty="0"/>
              <a:t>-</a:t>
            </a:r>
            <a:r>
              <a:rPr lang="es-MX" sz="1100" dirty="0"/>
              <a:t>id_usuario_creador</a:t>
            </a:r>
            <a:endParaRPr lang="es-MX" sz="1000" dirty="0"/>
          </a:p>
        </p:txBody>
      </p:sp>
      <p:sp>
        <p:nvSpPr>
          <p:cNvPr id="16" name="Rombo 15">
            <a:extLst>
              <a:ext uri="{FF2B5EF4-FFF2-40B4-BE49-F238E27FC236}">
                <a16:creationId xmlns:a16="http://schemas.microsoft.com/office/drawing/2014/main" id="{011C1AA6-D305-0C10-0157-8182AA6B4FA5}"/>
              </a:ext>
            </a:extLst>
          </p:cNvPr>
          <p:cNvSpPr/>
          <p:nvPr/>
        </p:nvSpPr>
        <p:spPr>
          <a:xfrm>
            <a:off x="2759680" y="244879"/>
            <a:ext cx="1397000" cy="1457959"/>
          </a:xfrm>
          <a:prstGeom prst="diamond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B347D72-515B-D0E5-4344-FD1C14BB7240}"/>
              </a:ext>
            </a:extLst>
          </p:cNvPr>
          <p:cNvCxnSpPr>
            <a:cxnSpLocks/>
            <a:stCxn id="16" idx="1"/>
            <a:endCxn id="4" idx="3"/>
          </p:cNvCxnSpPr>
          <p:nvPr/>
        </p:nvCxnSpPr>
        <p:spPr>
          <a:xfrm flipH="1">
            <a:off x="2190307" y="973859"/>
            <a:ext cx="569373" cy="681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58CDE8B-47DC-337A-0CEE-74BD5391337E}"/>
              </a:ext>
            </a:extLst>
          </p:cNvPr>
          <p:cNvCxnSpPr>
            <a:stCxn id="16" idx="3"/>
          </p:cNvCxnSpPr>
          <p:nvPr/>
        </p:nvCxnSpPr>
        <p:spPr>
          <a:xfrm flipV="1">
            <a:off x="4156680" y="973858"/>
            <a:ext cx="569374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CD77B3B-AA7A-20CB-4CEF-CDE1DEE7B77C}"/>
              </a:ext>
            </a:extLst>
          </p:cNvPr>
          <p:cNvSpPr txBox="1"/>
          <p:nvPr/>
        </p:nvSpPr>
        <p:spPr>
          <a:xfrm>
            <a:off x="3035752" y="575739"/>
            <a:ext cx="10070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Pertenecen</a:t>
            </a:r>
          </a:p>
          <a:p>
            <a:r>
              <a:rPr lang="es-MX" sz="1000" dirty="0"/>
              <a:t>-id_grupo</a:t>
            </a:r>
          </a:p>
          <a:p>
            <a:r>
              <a:rPr lang="es-MX" sz="1000" dirty="0"/>
              <a:t>-id_usuario</a:t>
            </a:r>
          </a:p>
          <a:p>
            <a:r>
              <a:rPr lang="es-MX" sz="1000" dirty="0"/>
              <a:t>-fecha_ingreso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4030E3A-B4F4-81EC-CB62-50E31739D925}"/>
              </a:ext>
            </a:extLst>
          </p:cNvPr>
          <p:cNvSpPr txBox="1"/>
          <p:nvPr/>
        </p:nvSpPr>
        <p:spPr>
          <a:xfrm>
            <a:off x="2266950" y="742950"/>
            <a:ext cx="45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/>
              <a:t>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AEB7E1C-B5CE-0D60-79DE-4692517F3E30}"/>
              </a:ext>
            </a:extLst>
          </p:cNvPr>
          <p:cNvSpPr txBox="1"/>
          <p:nvPr/>
        </p:nvSpPr>
        <p:spPr>
          <a:xfrm>
            <a:off x="4507529" y="727637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/>
              <a:t>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028C0ED-5577-0E62-3FC1-D9159F98DDDF}"/>
              </a:ext>
            </a:extLst>
          </p:cNvPr>
          <p:cNvSpPr/>
          <p:nvPr/>
        </p:nvSpPr>
        <p:spPr>
          <a:xfrm>
            <a:off x="7298474" y="111238"/>
            <a:ext cx="1467293" cy="180262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91D9FB7-C21F-7D23-B2D7-96E138C43A3B}"/>
              </a:ext>
            </a:extLst>
          </p:cNvPr>
          <p:cNvCxnSpPr/>
          <p:nvPr/>
        </p:nvCxnSpPr>
        <p:spPr>
          <a:xfrm>
            <a:off x="7294880" y="271484"/>
            <a:ext cx="1463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4BE39C8-BC06-CEBC-0A6F-9E6E996C9ACA}"/>
              </a:ext>
            </a:extLst>
          </p:cNvPr>
          <p:cNvSpPr txBox="1"/>
          <p:nvPr/>
        </p:nvSpPr>
        <p:spPr>
          <a:xfrm>
            <a:off x="7232104" y="39315"/>
            <a:ext cx="997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Gastos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1432D4F-7682-8DF1-74EC-9AB5C68A6EB4}"/>
              </a:ext>
            </a:extLst>
          </p:cNvPr>
          <p:cNvSpPr txBox="1"/>
          <p:nvPr/>
        </p:nvSpPr>
        <p:spPr>
          <a:xfrm>
            <a:off x="7294880" y="295609"/>
            <a:ext cx="14708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-id_gasto</a:t>
            </a:r>
          </a:p>
          <a:p>
            <a:r>
              <a:rPr lang="es-MX" sz="1100" dirty="0"/>
              <a:t>-nombre_gasto</a:t>
            </a:r>
          </a:p>
          <a:p>
            <a:r>
              <a:rPr lang="es-MX" sz="1100" dirty="0"/>
              <a:t>-monto_gasto</a:t>
            </a:r>
          </a:p>
          <a:p>
            <a:r>
              <a:rPr lang="es-MX" sz="1100" dirty="0"/>
              <a:t>-fecha_gasto</a:t>
            </a:r>
          </a:p>
          <a:p>
            <a:r>
              <a:rPr lang="es-MX" sz="1100" dirty="0"/>
              <a:t>-fecha_registro_gas</a:t>
            </a:r>
          </a:p>
          <a:p>
            <a:r>
              <a:rPr lang="es-MX" sz="1100" dirty="0"/>
              <a:t>-id_usuario</a:t>
            </a:r>
          </a:p>
          <a:p>
            <a:r>
              <a:rPr lang="es-MX" sz="1100" dirty="0"/>
              <a:t>-id_grupo</a:t>
            </a:r>
          </a:p>
          <a:p>
            <a:endParaRPr lang="es-MX" sz="1100" dirty="0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A23134C-BF2A-2D49-614D-F41F92D35D62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6191759" y="1018884"/>
            <a:ext cx="1103121" cy="231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8CD37E3-15DC-8C65-90E7-18A712170813}"/>
              </a:ext>
            </a:extLst>
          </p:cNvPr>
          <p:cNvSpPr txBox="1"/>
          <p:nvPr/>
        </p:nvSpPr>
        <p:spPr>
          <a:xfrm>
            <a:off x="6151864" y="765659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1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E88FD6C-1286-EE24-04CC-9AC9C33C1B06}"/>
              </a:ext>
            </a:extLst>
          </p:cNvPr>
          <p:cNvSpPr txBox="1"/>
          <p:nvPr/>
        </p:nvSpPr>
        <p:spPr>
          <a:xfrm>
            <a:off x="7076355" y="780379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n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2293670-73A7-D0CE-3B44-88E53400224C}"/>
              </a:ext>
            </a:extLst>
          </p:cNvPr>
          <p:cNvSpPr/>
          <p:nvPr/>
        </p:nvSpPr>
        <p:spPr>
          <a:xfrm>
            <a:off x="7303224" y="2887966"/>
            <a:ext cx="1470887" cy="180261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6516E99-F91F-18BA-5521-4BFEBF001806}"/>
              </a:ext>
            </a:extLst>
          </p:cNvPr>
          <p:cNvCxnSpPr>
            <a:stCxn id="29" idx="2"/>
            <a:endCxn id="41" idx="0"/>
          </p:cNvCxnSpPr>
          <p:nvPr/>
        </p:nvCxnSpPr>
        <p:spPr>
          <a:xfrm>
            <a:off x="8032121" y="1913859"/>
            <a:ext cx="6547" cy="9741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43507AC-023D-473F-16AA-BF78CCD378C0}"/>
              </a:ext>
            </a:extLst>
          </p:cNvPr>
          <p:cNvCxnSpPr/>
          <p:nvPr/>
        </p:nvCxnSpPr>
        <p:spPr>
          <a:xfrm>
            <a:off x="7303224" y="3136900"/>
            <a:ext cx="14708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EC814FD-BD12-87F2-6AD4-6656729F8B14}"/>
              </a:ext>
            </a:extLst>
          </p:cNvPr>
          <p:cNvSpPr txBox="1"/>
          <p:nvPr/>
        </p:nvSpPr>
        <p:spPr>
          <a:xfrm>
            <a:off x="7314427" y="2881628"/>
            <a:ext cx="1519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Participantes_gasto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CEE0C8C-5C4B-753B-5828-B25467E69F08}"/>
              </a:ext>
            </a:extLst>
          </p:cNvPr>
          <p:cNvSpPr txBox="1"/>
          <p:nvPr/>
        </p:nvSpPr>
        <p:spPr>
          <a:xfrm>
            <a:off x="8074061" y="1913623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D05EAA4-7E39-F1E3-4342-156509E1F874}"/>
              </a:ext>
            </a:extLst>
          </p:cNvPr>
          <p:cNvSpPr txBox="1"/>
          <p:nvPr/>
        </p:nvSpPr>
        <p:spPr>
          <a:xfrm>
            <a:off x="8074061" y="2620018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n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93CEDCA-A286-5160-7058-ACD24E397E41}"/>
              </a:ext>
            </a:extLst>
          </p:cNvPr>
          <p:cNvSpPr txBox="1"/>
          <p:nvPr/>
        </p:nvSpPr>
        <p:spPr>
          <a:xfrm>
            <a:off x="7314427" y="3143002"/>
            <a:ext cx="14513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-id_gasto</a:t>
            </a:r>
          </a:p>
          <a:p>
            <a:r>
              <a:rPr lang="es-MX" sz="1100" dirty="0"/>
              <a:t>-id_usuario</a:t>
            </a:r>
          </a:p>
          <a:p>
            <a:r>
              <a:rPr lang="es-MX" sz="1100" dirty="0"/>
              <a:t>-monto</a:t>
            </a:r>
          </a:p>
          <a:p>
            <a:endParaRPr lang="es-MX" sz="1100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76B8A3D-0191-5C09-E885-F3A531E91B49}"/>
              </a:ext>
            </a:extLst>
          </p:cNvPr>
          <p:cNvSpPr/>
          <p:nvPr/>
        </p:nvSpPr>
        <p:spPr>
          <a:xfrm>
            <a:off x="2534702" y="2265151"/>
            <a:ext cx="1508057" cy="174349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9FD739C-58C7-6892-3B88-029B2E625676}"/>
              </a:ext>
            </a:extLst>
          </p:cNvPr>
          <p:cNvCxnSpPr>
            <a:cxnSpLocks/>
          </p:cNvCxnSpPr>
          <p:nvPr/>
        </p:nvCxnSpPr>
        <p:spPr>
          <a:xfrm>
            <a:off x="2534702" y="2476500"/>
            <a:ext cx="15080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97123D6-F17A-C9F0-3BC7-46B589B1657C}"/>
              </a:ext>
            </a:extLst>
          </p:cNvPr>
          <p:cNvSpPr txBox="1"/>
          <p:nvPr/>
        </p:nvSpPr>
        <p:spPr>
          <a:xfrm>
            <a:off x="2517801" y="2277801"/>
            <a:ext cx="12816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notificaciones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A5EB4AE-7054-33AD-CF42-3761403AF251}"/>
              </a:ext>
            </a:extLst>
          </p:cNvPr>
          <p:cNvSpPr txBox="1"/>
          <p:nvPr/>
        </p:nvSpPr>
        <p:spPr>
          <a:xfrm>
            <a:off x="2534702" y="2539411"/>
            <a:ext cx="15080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-id_notificación</a:t>
            </a:r>
          </a:p>
          <a:p>
            <a:r>
              <a:rPr lang="es-MX" sz="1100" dirty="0"/>
              <a:t>-id_usuario</a:t>
            </a:r>
          </a:p>
          <a:p>
            <a:r>
              <a:rPr lang="es-MX" sz="1100" dirty="0"/>
              <a:t>-id_grupo</a:t>
            </a:r>
          </a:p>
          <a:p>
            <a:r>
              <a:rPr lang="es-MX" sz="1100" dirty="0"/>
              <a:t>-mensaje</a:t>
            </a:r>
          </a:p>
          <a:p>
            <a:r>
              <a:rPr lang="es-MX" sz="1100" dirty="0"/>
              <a:t>-fecha</a:t>
            </a:r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83A04FC0-6260-971B-6D56-37C4499AD45F}"/>
              </a:ext>
            </a:extLst>
          </p:cNvPr>
          <p:cNvCxnSpPr>
            <a:stCxn id="4" idx="2"/>
          </p:cNvCxnSpPr>
          <p:nvPr/>
        </p:nvCxnSpPr>
        <p:spPr>
          <a:xfrm flipH="1">
            <a:off x="1454150" y="1913859"/>
            <a:ext cx="2511" cy="1102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50C9A668-CFB0-7B38-AEED-00115A252E66}"/>
              </a:ext>
            </a:extLst>
          </p:cNvPr>
          <p:cNvCxnSpPr>
            <a:endCxn id="55" idx="1"/>
          </p:cNvCxnSpPr>
          <p:nvPr/>
        </p:nvCxnSpPr>
        <p:spPr>
          <a:xfrm flipV="1">
            <a:off x="1454150" y="3008771"/>
            <a:ext cx="1080552" cy="74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3225FC8-58F7-EFA0-C360-68C6ABAB4E5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459701" y="1913859"/>
            <a:ext cx="6547" cy="11023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E88B8DCD-8CED-536E-7FAA-A4B489044C81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4042759" y="3008771"/>
            <a:ext cx="1434692" cy="74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172E92F3-56E3-4E68-DC26-431413240E70}"/>
              </a:ext>
            </a:extLst>
          </p:cNvPr>
          <p:cNvSpPr txBox="1"/>
          <p:nvPr/>
        </p:nvSpPr>
        <p:spPr>
          <a:xfrm>
            <a:off x="1464163" y="1924803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1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9F53CD4D-8A5F-6417-1412-DFBF65450137}"/>
              </a:ext>
            </a:extLst>
          </p:cNvPr>
          <p:cNvSpPr txBox="1"/>
          <p:nvPr/>
        </p:nvSpPr>
        <p:spPr>
          <a:xfrm>
            <a:off x="2234601" y="2629139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n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9FE9F42B-CE4D-0795-0193-168613CAFE7A}"/>
              </a:ext>
            </a:extLst>
          </p:cNvPr>
          <p:cNvSpPr txBox="1"/>
          <p:nvPr/>
        </p:nvSpPr>
        <p:spPr>
          <a:xfrm>
            <a:off x="4071577" y="2746970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n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84489B7-E316-D3A9-8074-3A65414D9165}"/>
              </a:ext>
            </a:extLst>
          </p:cNvPr>
          <p:cNvSpPr txBox="1"/>
          <p:nvPr/>
        </p:nvSpPr>
        <p:spPr>
          <a:xfrm>
            <a:off x="5217443" y="1906864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1</a:t>
            </a: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17471462-E663-50A6-C0DA-FE70713F57F0}"/>
              </a:ext>
            </a:extLst>
          </p:cNvPr>
          <p:cNvCxnSpPr>
            <a:cxnSpLocks/>
          </p:cNvCxnSpPr>
          <p:nvPr/>
        </p:nvCxnSpPr>
        <p:spPr>
          <a:xfrm>
            <a:off x="1185333" y="1913623"/>
            <a:ext cx="0" cy="23027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AE9762E5-5BF4-A031-CDFC-A078D3941504}"/>
              </a:ext>
            </a:extLst>
          </p:cNvPr>
          <p:cNvCxnSpPr>
            <a:cxnSpLocks/>
          </p:cNvCxnSpPr>
          <p:nvPr/>
        </p:nvCxnSpPr>
        <p:spPr>
          <a:xfrm>
            <a:off x="1185333" y="4216400"/>
            <a:ext cx="55579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57AB3BD9-60DE-CEA3-4C85-33DFB3EBE49A}"/>
              </a:ext>
            </a:extLst>
          </p:cNvPr>
          <p:cNvCxnSpPr/>
          <p:nvPr/>
        </p:nvCxnSpPr>
        <p:spPr>
          <a:xfrm flipV="1">
            <a:off x="6743319" y="2277801"/>
            <a:ext cx="0" cy="19047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F1B29A88-2FA6-1DAF-9E21-69F4D1FB36BF}"/>
              </a:ext>
            </a:extLst>
          </p:cNvPr>
          <p:cNvCxnSpPr/>
          <p:nvPr/>
        </p:nvCxnSpPr>
        <p:spPr>
          <a:xfrm flipV="1">
            <a:off x="6743319" y="2265151"/>
            <a:ext cx="987781" cy="126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9811C64F-4FFE-2C3B-3A9E-5960AE443666}"/>
              </a:ext>
            </a:extLst>
          </p:cNvPr>
          <p:cNvCxnSpPr/>
          <p:nvPr/>
        </p:nvCxnSpPr>
        <p:spPr>
          <a:xfrm flipV="1">
            <a:off x="7731100" y="1924803"/>
            <a:ext cx="0" cy="340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455BE6FA-D278-6B96-67E2-34EE5B8756DD}"/>
              </a:ext>
            </a:extLst>
          </p:cNvPr>
          <p:cNvSpPr txBox="1"/>
          <p:nvPr/>
        </p:nvSpPr>
        <p:spPr>
          <a:xfrm flipH="1">
            <a:off x="1136013" y="1932623"/>
            <a:ext cx="3236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1</a:t>
            </a:r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B85A6AFA-E222-014F-87C2-31C6E598CDA7}"/>
              </a:ext>
            </a:extLst>
          </p:cNvPr>
          <p:cNvCxnSpPr/>
          <p:nvPr/>
        </p:nvCxnSpPr>
        <p:spPr>
          <a:xfrm>
            <a:off x="855133" y="1932623"/>
            <a:ext cx="0" cy="2673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61E6F37D-8518-2932-3078-2C3F08C475DE}"/>
              </a:ext>
            </a:extLst>
          </p:cNvPr>
          <p:cNvCxnSpPr/>
          <p:nvPr/>
        </p:nvCxnSpPr>
        <p:spPr>
          <a:xfrm>
            <a:off x="857250" y="4584700"/>
            <a:ext cx="64571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33AD1F2-8D43-4529-2B76-DA415A6C1237}"/>
              </a:ext>
            </a:extLst>
          </p:cNvPr>
          <p:cNvSpPr txBox="1"/>
          <p:nvPr/>
        </p:nvSpPr>
        <p:spPr>
          <a:xfrm>
            <a:off x="818532" y="1932623"/>
            <a:ext cx="2600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1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C6819C61-DA5D-BD78-CECD-FA693D8CC279}"/>
              </a:ext>
            </a:extLst>
          </p:cNvPr>
          <p:cNvSpPr txBox="1"/>
          <p:nvPr/>
        </p:nvSpPr>
        <p:spPr>
          <a:xfrm>
            <a:off x="7038728" y="4304326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n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B50FC0DF-3FB5-9747-7A06-5383EB0AE4B7}"/>
              </a:ext>
            </a:extLst>
          </p:cNvPr>
          <p:cNvSpPr txBox="1"/>
          <p:nvPr/>
        </p:nvSpPr>
        <p:spPr>
          <a:xfrm>
            <a:off x="7467886" y="1884418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1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009792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134</Words>
  <Application>Microsoft Office PowerPoint</Application>
  <PresentationFormat>Presentación en pantalla (4:3)</PresentationFormat>
  <Paragraphs>48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Angel Ayon Arias</dc:creator>
  <cp:lastModifiedBy>Luis Angel Ayon Arias</cp:lastModifiedBy>
  <cp:revision>1</cp:revision>
  <dcterms:created xsi:type="dcterms:W3CDTF">2025-05-27T19:10:08Z</dcterms:created>
  <dcterms:modified xsi:type="dcterms:W3CDTF">2025-05-27T20:37:43Z</dcterms:modified>
</cp:coreProperties>
</file>